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530" r:id="rId5"/>
    <p:sldId id="531" r:id="rId6"/>
    <p:sldId id="533" r:id="rId7"/>
    <p:sldId id="534" r:id="rId8"/>
    <p:sldId id="535" r:id="rId9"/>
    <p:sldId id="543" r:id="rId10"/>
    <p:sldId id="54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22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ique Venicia Fernandez" userId="82dd28fe-2e22-445b-b810-864b2a34dbf3" providerId="ADAL" clId="{DCD1AE4D-BCE2-4721-8CA1-915045D76D6C}"/>
    <pc:docChg chg="modSld">
      <pc:chgData name="Angelique Venicia Fernandez" userId="82dd28fe-2e22-445b-b810-864b2a34dbf3" providerId="ADAL" clId="{DCD1AE4D-BCE2-4721-8CA1-915045D76D6C}" dt="2026-08-10T15:18:45.379" v="0" actId="2711"/>
      <pc:docMkLst>
        <pc:docMk/>
      </pc:docMkLst>
      <pc:sldChg chg="modSp mod">
        <pc:chgData name="Angelique Venicia Fernandez" userId="82dd28fe-2e22-445b-b810-864b2a34dbf3" providerId="ADAL" clId="{DCD1AE4D-BCE2-4721-8CA1-915045D76D6C}" dt="2026-08-10T15:18:45.379" v="0" actId="2711"/>
        <pc:sldMkLst>
          <pc:docMk/>
          <pc:sldMk cId="1723491119" sldId="530"/>
        </pc:sldMkLst>
        <pc:spChg chg="mod">
          <ac:chgData name="Angelique Venicia Fernandez" userId="82dd28fe-2e22-445b-b810-864b2a34dbf3" providerId="ADAL" clId="{DCD1AE4D-BCE2-4721-8CA1-915045D76D6C}" dt="2026-08-10T15:18:45.379" v="0" actId="2711"/>
          <ac:spMkLst>
            <pc:docMk/>
            <pc:sldMk cId="1723491119" sldId="530"/>
            <ac:spMk id="3" creationId="{696329B1-2D04-0F3A-1081-C5117D8CE1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64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Presenting: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endless empathy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3"/>
            <a:ext cx="7129370" cy="8713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Angelique Fernandez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ST10504943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Organisation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7291" y="3429000"/>
            <a:ext cx="8259096" cy="1939413"/>
          </a:xfrm>
        </p:spPr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chose Endless Empathy, a non-profit organisation focused on helping people and families in less fortunate communities.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I’ll briefly explain what the organisation does, why I chose it, and what I believe a website could do for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20" y="1705504"/>
            <a:ext cx="9144000" cy="10698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Organisation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516" y="3480619"/>
            <a:ext cx="11724967" cy="3104534"/>
          </a:xfrm>
        </p:spPr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Endless Empathy provides support and resources to people who need assistance and aims to make a positive difference in the community.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motto is “Serving with Heart and Purpose,” which represents helping people with kindness while making a meaningful difference.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 planned would include pages such as Home, About Us, Programmes, Get Help, Donate, Volunteer and Contact Us.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would also include useful features such as volunteer forms, donation information and contact forms.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62EEDD-C327-D203-191B-6F19AE9E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3" y="2212847"/>
            <a:ext cx="10326527" cy="3332547"/>
          </a:xfrm>
        </p:spPr>
        <p:txBody>
          <a:bodyPr/>
          <a:lstStyle/>
          <a:p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chose Endless Empathy over other organisations because I wanted to work with an organisation that has a strong purpose behind it.</a:t>
            </a:r>
          </a:p>
          <a:p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important reason is that the organisation does not currently have a website. I saw this as an opportunity to create something that could make a real difference.</a:t>
            </a:r>
          </a:p>
          <a:p>
            <a:r>
              <a:rPr lang="en-Z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website would allow people to easily learn about the organisation, find out how they can help, become volunteers, donate, or find contact information if they need support.</a:t>
            </a:r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06" y="3429001"/>
            <a:ext cx="8672052" cy="2027902"/>
          </a:xfrm>
        </p:spPr>
        <p:txBody>
          <a:bodyPr/>
          <a:lstStyle/>
          <a:p>
            <a:r>
              <a:rPr lang="en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my goal is for the website to be more than just something that looks good.</a:t>
            </a:r>
          </a:p>
          <a:p>
            <a:r>
              <a:rPr lang="en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it to communicate empathy, kindness and helping others, while helping Endless Empathy reach more people, increase awareness and connect people with the support they need.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Angelique Fernandez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ST10504943@rcconnect.edu.za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26</TotalTime>
  <Words>305</Words>
  <Application>Microsoft Office PowerPoint</Application>
  <PresentationFormat>Widescreen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Segoe UI Light</vt:lpstr>
      <vt:lpstr>Times New Roman</vt:lpstr>
      <vt:lpstr>Tw Cen MT</vt:lpstr>
      <vt:lpstr>Office Theme</vt:lpstr>
      <vt:lpstr>Presenting: endless empathy</vt:lpstr>
      <vt:lpstr>CONTENTS</vt:lpstr>
      <vt:lpstr>INTRODUCTION</vt:lpstr>
      <vt:lpstr>About Organisation</vt:lpstr>
      <vt:lpstr>Motivation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Angelique Venicia Fernandez</dc:creator>
  <cp:lastModifiedBy>Angelique Venicia Fernandez</cp:lastModifiedBy>
  <cp:revision>1</cp:revision>
  <dcterms:created xsi:type="dcterms:W3CDTF">2026-08-10T14:50:02Z</dcterms:created>
  <dcterms:modified xsi:type="dcterms:W3CDTF">2026-08-10T15:18:48Z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